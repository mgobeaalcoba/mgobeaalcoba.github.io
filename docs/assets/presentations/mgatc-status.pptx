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3657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MGA Tech Consulting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8BDF8"/>
                </a:solidFill>
                <a:latin typeface="Inter"/>
              </a:defRPr>
            </a:pPr>
            <a:r>
              <a:t>Resumen de Estado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Inter"/>
              </a:defRPr>
            </a:pPr>
            <a:r>
              <a:t>11/06/2026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Inter"/>
              </a:defRPr>
            </a:pPr>
            <a:r>
              <a:t>mgatc.com — CV App · Next.js 14 · Supabase · Furia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Framework: Next.js 14.2.5 (App Router) con TypeScript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Estilos: Tailwind CSS + Framer Motion 12.x para animaciones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Backend: Supabase (PostgreSQL + Storage) — contenido dinámico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Analytics: Google Analytics 4 via next/script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Deploy: Cloudflare Pages — build estático (output: export)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SEO: JSON-LD, Open Graph, meta tags, sitemap.xml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i18n: Sistema propio vía React Context (es/en)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Performance: 97 rutas estáticas generadas en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Rutas y 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/ — Landing page con Hero interactivo + CV completo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/portfolio — Workfolio profesional con filtros y cards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/blog — Blog técnico con +90 artículos (SSG con getStaticProps)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/blog/[slug] — Artículo individual con estilos tipográficos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/blog/special/* — Special reports (funnel hipotecario, layoffs, reqquest-3d)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/recursos — Descargables: CV, presentaciones, guías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/consulting — Landing de servicios de consultoría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Estado: 97 páginas generadas, todas estáticas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Branch wow-effect — Nuevas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SplitText: revelación de palabras con stagger en scroll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AnimatedCounter: contadores animados en sección de métricas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MagneticCard: efecto magnético + shine en hover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ParticleBackground: Canvas con partículas animadas de fondo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CursorGlow: glow circular que sigue al mouse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RippleEffect: onda expansiva al hacer clic en botones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TerminalBoot: secuencia de arranque tipo Matrix en Home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Timeline3D: toggle 2D/3D para la línea de experiencia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Page Transitions: fade-out/fade-in con View Transitions API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Scroll Progress Bar: barra de progreso en scroll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Sistema de 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Dark Mode (default): fondo #111827, acentos sky-400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Light Mode: fondo #f9fafb, acentos azul oscuro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Terminal Mode: #0a0a0a, texto #00ff00, fuente monospace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Nav adaptativa: modo hero-on-dark-bg para secciones con video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Persistencia: localStorage + clase en &lt;html&gt;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Override system: !important controlado con especificidad CSS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Scrollbar custom: delgada, colores por modo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Supabase — CMS Dinámico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Tablas: experience, education, certifications, projects, skills, blog_posts, blog_categories, site_content, nav_links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Autenticación: anónima (RLS con políticas públicas de lectura)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Storage: imágenes de perfil, logos de empresas, thumbnails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Context: SupabaseDataContext cachea toda la data al mount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Fallback coherente: si falla Supabase, la UI no se rompe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.env.local con credenciales reales (gitignored)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Bugs Resueltos en wow-effect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SplitText: animación no visible por race condition con useInView del padre → reemplazado por whileInView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Image 404 flood: fallback de &lt;img&gt; en ClientPortfolio creaba loop infinito → agregado guard dataset.err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Missing images: /elportugues-site/ y /neil-site/ no existían en public/ → copiadas desde proyectos hermanos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Env vars: static generation fallaba sin NEXT_PUBLIC_SUPABASE_* → .env.local con credenciales reales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Build: conflicto de merge en globals.css entre main ↔ wow-effect → resuelto manteniendo ambas reglas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Pull Request #11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  <a:latin typeface="Inter"/>
              </a:defRPr>
            </a:pPr>
            <a:r>
              <a:t>github.com/Mgobeaalcoba/Mgobeaalcoba.github.io/pull/11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Branch: wow-effect → main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24 archivos modificados, +957 líneas nuevas, -157 eliminadas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Commits: implementación WOW + fix SplitText + fix merge conflict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Build: pasa correctamente (97 rutas estáticas)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Dev server: funciona en localhost:3000 con todas las páginas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Sin dependencias nuevas externas (solo Framer Motion existente)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Listo para mergear tras code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Próximos Pasos (Potenciales)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Merge PR #11 a main + deploy automático a Cloudflare Pages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Monitoreo de rendimiento: métricas reales de Core Web Vitals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Tests: agregar tests unitarios con Vitest o Playwright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i18n: expandir a más idiomas si es necesario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Blog: nuevo contenido editorial constante</a:t>
            </a:r>
          </a:p>
          <a:p>
            <a:pPr>
              <a:spcAft>
                <a:spcPts val="600"/>
              </a:spcAft>
              <a:defRPr sz="1700">
                <a:solidFill>
                  <a:srgbClr val="9CA3AF"/>
                </a:solidFill>
                <a:latin typeface="Inter"/>
              </a:defRPr>
            </a:pPr>
            <a:r>
              <a:t>SEO: monitorear indexing en GSC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Comandos Útiles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4ADE80"/>
                </a:solidFill>
                <a:latin typeface="Inter"/>
              </a:defRPr>
            </a:pPr>
            <a:r>
              <a:t>npm run dev          → Inicia servidor de desarrollo</a:t>
            </a:r>
          </a:p>
          <a:p>
            <a:pPr>
              <a:spcAft>
                <a:spcPts val="600"/>
              </a:spcAft>
              <a:defRPr sz="1700">
                <a:solidFill>
                  <a:srgbClr val="4ADE80"/>
                </a:solidFill>
                <a:latin typeface="Inter"/>
              </a:defRPr>
            </a:pPr>
            <a:r>
              <a:t>npm run build        → Build estático de producción</a:t>
            </a:r>
          </a:p>
          <a:p>
            <a:pPr>
              <a:spcAft>
                <a:spcPts val="600"/>
              </a:spcAft>
              <a:defRPr sz="1700">
                <a:solidFill>
                  <a:srgbClr val="4ADE80"/>
                </a:solidFill>
                <a:latin typeface="Inter"/>
              </a:defRPr>
            </a:pPr>
            <a:r>
              <a:t>npm run lint         → ESLint sobre todo el proyecto</a:t>
            </a:r>
          </a:p>
          <a:p>
            <a:pPr>
              <a:spcAft>
                <a:spcPts val="600"/>
              </a:spcAft>
              <a:defRPr sz="1700">
                <a:solidFill>
                  <a:srgbClr val="4ADE80"/>
                </a:solidFill>
                <a:latin typeface="Inter"/>
              </a:defRPr>
            </a:pPr>
            <a:r>
              <a:t>git push origin wow-effect → Pushear rama actual</a:t>
            </a:r>
          </a:p>
          <a:p>
            <a:pPr>
              <a:spcAft>
                <a:spcPts val="600"/>
              </a:spcAft>
              <a:defRPr sz="1700">
                <a:solidFill>
                  <a:srgbClr val="4ADE80"/>
                </a:solidFill>
                <a:latin typeface="Inter"/>
              </a:defRPr>
            </a:pPr>
            <a:r>
              <a:t>gh pr create --fill  → Crear PR desde CLI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